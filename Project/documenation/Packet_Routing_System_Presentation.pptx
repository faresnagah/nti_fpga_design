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54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61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 Router with Round-Robin Arbitration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200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Digital IC Design Using FPGA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Hossam Eldeen  ·  Mohamed Elzainy  ·  Fares Nagah Ibrahim  ·  Yehia Omar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0116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verify a 4-port packet router at the RTL level using Verilog, covering the full data path from FIFO buffering and arbitration through to packet routing and delivery.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94560"/>
            <a:ext cx="109728" cy="2011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Buffering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synchronous FIFOs (16-deep) for each input 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194560"/>
            <a:ext cx="109728" cy="2011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Arbiter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access grant so no port is starved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194560"/>
            <a:ext cx="109728" cy="2011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Destination-bit decoding steers packets to the correct output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6" name="Image 0" descr="/home/workdir/artifacts/extracted_images/im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60120"/>
            <a:ext cx="76809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7432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3DD97699-D0FB-CC26-186A-98BD97515A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3223" y="411603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, AI generated">
            <a:extLst>
              <a:ext uri="{FF2B5EF4-FFF2-40B4-BE49-F238E27FC236}">
                <a16:creationId xmlns:a16="http://schemas.microsoft.com/office/drawing/2014/main" id="{7555BB75-0D6C-EBC1-1711-F006FEAA9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610D66-F8DE-C320-2775-C42D2F92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0" y="1201787"/>
            <a:ext cx="7787159" cy="27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6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FIFO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FIFO_Memory.v  ·  Generic WIDTH×DEPTH buffer with empty/full flags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FIFO Buffers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Four_FIFO_Buffers.v  ·  Four independent 40-bit / 16-deep FIFOs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Arbiter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RR_Arbiter.v  ·  State-machine grants access in rotating order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+ Arbiter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FIFO_Arbiter_System.v  ·  Integrates buffers with arbiter &amp; mux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Packet_Routing.v  ·  Decodes destination bits, steers to output 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Router_TopModule.v  ·  Top-level: Arbiter system + Packet Routing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ram.v  ·  RAM slave: write / read + response packet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System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network.v  ·  Router + 3 memory nodes + TB 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System Topology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2004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6" name="Image 0" descr="/home/workdir/artifacts/extracted_images/imag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 (Post-Synthesis)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6576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pic>
        <p:nvPicPr>
          <p:cNvPr id="6" name="Image 0" descr="/home/workdir/artifacts/extracted_images/imag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22960"/>
            <a:ext cx="41148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Routing System  ·  Digital IC Design Using FPGA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Synthesis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8404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Highlights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packets sent to Nodes 0, 1, 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requests issued from Port 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verified on Port 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read-back data matched expected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fairness observed in waveforms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356616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4-port packet router designed and verified in Verilog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buffering + fair round-robin arbitration + destination routing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with three memory nodes and open testbench port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confirms correct write/read transactions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successfully with very low resource usage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434</Words>
  <Application>Microsoft Office PowerPoint</Application>
  <PresentationFormat>On-screen Show (16:9)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Routing System</dc:title>
  <dc:subject>4-Port Packet Router Project</dc:subject>
  <dc:creator>Digital IC Design Using FPGA</dc:creator>
  <cp:lastModifiedBy>youssef hossam eldeen mohamed Elzainy</cp:lastModifiedBy>
  <cp:revision>2</cp:revision>
  <dcterms:created xsi:type="dcterms:W3CDTF">2026-09-17T12:53:34Z</dcterms:created>
  <dcterms:modified xsi:type="dcterms:W3CDTF">2026-09-17T15:11:22Z</dcterms:modified>
</cp:coreProperties>
</file>